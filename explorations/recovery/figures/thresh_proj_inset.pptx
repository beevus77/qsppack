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>
        <p:scale>
          <a:sx n="100" d="100"/>
          <a:sy n="100" d="100"/>
        </p:scale>
        <p:origin x="1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D867-4E35-56DE-23EC-9E9E8A385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22020-E895-3C46-79C4-EA54E62A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AEAA-DCEA-5AF6-EF9F-5BF407C5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656AC-54EA-D607-D11C-6F7773D9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D0B7-50A5-AB9F-EAA9-72AD139C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7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DC1B-6E10-DA94-7532-3B392AE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D5B4-85FE-96A5-FAAE-8B03406B1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20C2-26DE-FE8E-4545-2EBF0181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D942-BFE3-47C8-9A11-F5BC6598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DF6B-9A5E-38D4-7B05-BC80E1D2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0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AD3B8-4C9C-E175-C0E0-1ED84574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7FCBD-CFBB-2037-78D8-D9BE4D988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E78E-10C3-FF88-C54C-0C3C3666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C9FA-0A2D-A9F7-0D44-357B04D67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38EC-A07C-584F-A356-98E16341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4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A4D4-3430-E553-3A72-83008C49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8D12E-80E3-CD4B-FF22-9B4AF2EF3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9091-1247-4FF9-0731-23018DFE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3D7D6-6326-40AE-2823-A7F27995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88325-6868-F341-D62A-DF4A5589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6B8E-83DD-E139-DC26-12337215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4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102D7-370B-942B-0438-49E857CC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6CCEF-295F-6019-B461-7892DB30B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0191F-9C8C-13EA-FA86-F70C25368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DBBD7-8201-BE30-E508-09EBAF146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09C8B-5868-0B26-D642-261366ADF6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E7E9F-77FA-3937-8FD0-27F20E7B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5A05F-5D0F-EE00-EC62-AF3115E8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79437-A4E6-C9CA-4739-14E3855C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5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8F66-3713-A7C8-BD08-178A2A92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98BCC-5E70-91C6-545A-1B4B6078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8F3F1-A89C-33FD-48FC-0C98FF55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BAAAD-8019-B789-868B-F4A01E68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2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9DD3B-0FD8-F1B4-7C05-71515F3F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43D9C-11B8-2967-3649-898FF082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8A68A-4A87-8642-A85A-8AA07AD9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1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868B-83AB-870A-3398-07684DBE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CF4A3-E1A5-85C2-3816-F83243489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777B1-A3AC-FC9A-DDC9-812F22A61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69F29-F7C4-1EE9-17FC-186FFD94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B9F71-A4FC-A643-2379-9E358915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7ABE0-E658-8808-E7D7-4770A8AC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2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F5FD-9324-1A25-BF83-028E6E4D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35843F-3A98-ED9A-95BE-6BF52B28A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A4634-7447-0A8A-3185-49CEFE5A3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5A017-1EAA-4046-8B88-5F3F3F8A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9D6CC-07A3-906C-67DB-C60C7883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EA41D-115C-606C-E21A-D1291585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2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6139-B00B-3AC5-98C3-2763796F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CF649-9E62-49FD-54BF-FB4E6BE0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61EC0-E95F-C042-E965-621F5815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85DB-061A-D6C7-9EBD-350D7AF9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CA2EC-4D5E-9F4E-830C-54BF3969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8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8EEBC-9F71-D43A-983C-BAC71D0E8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61A35-0F68-9F9C-8AA8-2AA5171C5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8B4B-2DCF-1DF5-AD9F-DB8ABDF7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66845-A4DF-5495-9082-7035F146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15F4F-07A7-703F-807C-A5811F73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8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743DC-92A4-BADE-1ADA-F8D4956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671CD-E638-9B43-DF1E-AFADB12E5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50CF2-A636-BC08-D507-09C936C6C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4D9AF-B4A0-9C45-9999-DD4F0BC96C45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102E0-EB7A-9C42-9DBC-349968A48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BFE1F-3FFB-3F1C-C294-A4EF47533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F49B3-9E01-A848-B380-95701F3D0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0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48869F-9F21-C230-0951-5E145BBD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9" y="0"/>
            <a:ext cx="11724273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4006F7-030D-5E27-11DA-565F84D581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63"/>
          <a:stretch>
            <a:fillRect/>
          </a:stretch>
        </p:blipFill>
        <p:spPr>
          <a:xfrm>
            <a:off x="1178560" y="1497455"/>
            <a:ext cx="4771220" cy="34504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3E4D7DE-6B2A-9505-2A4A-B962A38619DE}"/>
              </a:ext>
            </a:extLst>
          </p:cNvPr>
          <p:cNvSpPr/>
          <p:nvPr/>
        </p:nvSpPr>
        <p:spPr>
          <a:xfrm>
            <a:off x="3119120" y="629920"/>
            <a:ext cx="2743200" cy="15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404FF3-F086-AB16-906F-2C353292811C}"/>
              </a:ext>
            </a:extLst>
          </p:cNvPr>
          <p:cNvCxnSpPr>
            <a:cxnSpLocks/>
          </p:cNvCxnSpPr>
          <p:nvPr/>
        </p:nvCxnSpPr>
        <p:spPr>
          <a:xfrm flipH="1">
            <a:off x="1178560" y="782320"/>
            <a:ext cx="1940560" cy="7046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6973D6-085D-B514-4AE6-95D38D1B152B}"/>
              </a:ext>
            </a:extLst>
          </p:cNvPr>
          <p:cNvCxnSpPr>
            <a:cxnSpLocks/>
          </p:cNvCxnSpPr>
          <p:nvPr/>
        </p:nvCxnSpPr>
        <p:spPr>
          <a:xfrm>
            <a:off x="5862320" y="782320"/>
            <a:ext cx="97028" cy="7046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9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Larsen, James</dc:creator>
  <cp:lastModifiedBy>Larsen, James</cp:lastModifiedBy>
  <cp:revision>1</cp:revision>
  <dcterms:created xsi:type="dcterms:W3CDTF">2026-03-06T04:46:47Z</dcterms:created>
  <dcterms:modified xsi:type="dcterms:W3CDTF">2026-03-06T05:06:12Z</dcterms:modified>
</cp:coreProperties>
</file>